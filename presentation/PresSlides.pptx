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2" r:id="rId9"/>
    <p:sldId id="273" r:id="rId10"/>
    <p:sldId id="274" r:id="rId11"/>
    <p:sldId id="260" r:id="rId12"/>
    <p:sldId id="261" r:id="rId13"/>
    <p:sldId id="266" r:id="rId14"/>
    <p:sldId id="267" r:id="rId15"/>
    <p:sldId id="268" r:id="rId16"/>
    <p:sldId id="262" r:id="rId17"/>
    <p:sldId id="263" r:id="rId18"/>
    <p:sldId id="26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29459-D465-1FC9-7490-FD249FC08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083FD-B957-5100-B4A8-C756A41D8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8C5AB-EF59-8F2C-0827-DA00809F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E737-1A54-4C8D-88C3-003B00EE26E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FF623-B85E-BF61-1D38-A82921D9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04E60-48B9-7085-86BD-3EC7EB3D6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1C57-8CAC-4362-BA19-A43783BC92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8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5B19-BFAC-1435-EB80-2A8708226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FAB0C-7186-42AC-A857-962FD985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09BC7-A5F7-5865-02F9-DC402107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E737-1A54-4C8D-88C3-003B00EE26E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67331-D099-9AA1-005A-FC035D8B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915F4-1490-C6AB-FA25-C23A22D00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1C57-8CAC-4362-BA19-A43783BC92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34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E35B-DDDC-AD5A-D8ED-7106832AF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44DAA-D187-2036-E134-A487DDF21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0A791-4C7E-6BFE-1F3C-A88A51751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E737-1A54-4C8D-88C3-003B00EE26E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246FD-2EC0-196B-FCCA-E43A6963B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A5B9B-7A8A-021B-11B0-042A234C9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1C57-8CAC-4362-BA19-A43783BC92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01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3F30-4FEA-718D-67E0-6FC775C3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7A757-026B-0310-40E7-44CB73A96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382C0-1695-1DC7-3143-D9E29BF0C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D3EE4-0A2B-EFA7-8470-68AC1446F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E737-1A54-4C8D-88C3-003B00EE26E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45E87-9DC2-4546-2B6B-AC44D1FF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86CEE-8E16-6DF0-6121-9BF13D77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1C57-8CAC-4362-BA19-A43783BC92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284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E59D-832A-EEA9-0D64-F39DF7BED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38596-AE93-90E9-DF88-12A8672C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28503-902A-440F-B862-6734FA3B5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4F6095-3C85-1104-327C-3DBF85B4B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4C91E-7266-8BE5-9D29-DB8F75F1C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464BC-19E1-A0D8-56E9-52C2FB09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E737-1A54-4C8D-88C3-003B00EE26E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233E7D-BE62-94E5-AA92-FBE7B1188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39F3BC-0DB4-C5BE-01D5-473E30AC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1C57-8CAC-4362-BA19-A43783BC92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8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EB94-5E71-D503-EFFD-2535DFDC7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93327-5126-4543-CCA5-4BB475B24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E737-1A54-4C8D-88C3-003B00EE26E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143853-A024-6085-785A-40953447C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D985E-08F6-403B-A654-BA963D2AC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1C57-8CAC-4362-BA19-A43783BC92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07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806245-EC36-6B31-83CB-6FF3B1C7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E737-1A54-4C8D-88C3-003B00EE26E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6329D-ACD2-D0B2-E56E-9FF9AE761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9E79A-9BEC-42CD-20E2-B7BA2D94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1C57-8CAC-4362-BA19-A43783BC92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13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6C44-112D-C887-17FD-34A884B1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F3F6C-8E9D-F781-AEAD-E18D87B36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22AF2-5275-77B2-A06B-75A84F7E7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64F5D-FE82-1A8B-8FB3-36FF59059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E737-1A54-4C8D-88C3-003B00EE26E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BF403-9EF7-4CE7-CF5B-D244BD28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893A7-9ED7-0285-E682-7C8DC706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1C57-8CAC-4362-BA19-A43783BC92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839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34ED1-E283-D56D-49F5-5F6BDC368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E629B4-9B4F-DF4A-8A03-CD140E29B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0DA34-E63D-5D24-CAF0-EFE030187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C92A4-C24E-5ACD-EFB9-6CDDE8EFE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E737-1A54-4C8D-88C3-003B00EE26E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98EEF-D8A3-E9CC-0677-1EAD540C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8EAA6-2C0B-AAD5-AC3D-30388E26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1C57-8CAC-4362-BA19-A43783BC92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38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8006-9357-C922-608B-47F94957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86DBA-DD8E-7B29-2E97-2FAC4545E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F291D-943F-19F3-2351-7612F1F3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E737-1A54-4C8D-88C3-003B00EE26E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DBE61-98AC-7B49-ED85-E27D5E2B3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F7BAD-F75E-BD34-08ED-8C555309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1C57-8CAC-4362-BA19-A43783BC92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703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EB68E-EF2C-0D5F-52A6-833CF5432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E6E4A-8947-4CC1-33CA-5AE0AEB95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F584E-94FB-395A-B941-EB0589BE5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E737-1A54-4C8D-88C3-003B00EE26E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5C007-085E-F00E-3435-97C576419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FC828-D39D-6745-E9B0-A543C6FA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1C57-8CAC-4362-BA19-A43783BC92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53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18F33-BF3D-92B2-13A9-C54AFFBCF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0F871-6665-4CFA-3C31-C1B7C60A0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CF689-35CB-B0A8-9BCF-054AC5767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1E737-1A54-4C8D-88C3-003B00EE26E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07F5-8F4D-DF2E-7F88-7F9844E79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85248-C10E-C798-7C69-3A2FF5CCA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E1C57-8CAC-4362-BA19-A43783BC92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888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F182B-1E15-D1D3-A55A-C4002F13B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5762" y="123891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Visualising spatial sound in augmented reality: visualisation techniques for sound localisation</a:t>
            </a:r>
          </a:p>
        </p:txBody>
      </p:sp>
    </p:spTree>
    <p:extLst>
      <p:ext uri="{BB962C8B-B14F-4D97-AF65-F5344CB8AC3E}">
        <p14:creationId xmlns:p14="http://schemas.microsoft.com/office/powerpoint/2010/main" val="2964123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4577-F963-B6D0-DE0B-B90AAA955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D71F4-C6A1-878E-2DD7-9AEAC7077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Peoples hearing is impaired impacting their awareness of environment</a:t>
            </a:r>
          </a:p>
          <a:p>
            <a:r>
              <a:rPr lang="en-GB" dirty="0"/>
              <a:t>Can become isolated from their surroundings</a:t>
            </a:r>
          </a:p>
        </p:txBody>
      </p:sp>
    </p:spTree>
    <p:extLst>
      <p:ext uri="{BB962C8B-B14F-4D97-AF65-F5344CB8AC3E}">
        <p14:creationId xmlns:p14="http://schemas.microsoft.com/office/powerpoint/2010/main" val="1294503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6184-39BE-1582-9ED2-BAA9ABC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6A118-753E-0DE3-A40A-46DCDEFB2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Visualise their aural environment using augmented reality</a:t>
            </a:r>
          </a:p>
          <a:p>
            <a:r>
              <a:rPr lang="en-GB" dirty="0"/>
              <a:t>Using data from microphone array calculate and display direction of sound and proxy distance</a:t>
            </a:r>
          </a:p>
        </p:txBody>
      </p:sp>
    </p:spTree>
    <p:extLst>
      <p:ext uri="{BB962C8B-B14F-4D97-AF65-F5344CB8AC3E}">
        <p14:creationId xmlns:p14="http://schemas.microsoft.com/office/powerpoint/2010/main" val="430765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F464-A26C-9EE4-5A33-25AB9601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 and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BFF32-5160-BCAF-3026-483FC23FE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Work in Wayfinding </a:t>
            </a:r>
          </a:p>
          <a:p>
            <a:r>
              <a:rPr lang="en-GB" dirty="0"/>
              <a:t>Out of view object visualisation</a:t>
            </a:r>
          </a:p>
          <a:p>
            <a:r>
              <a:rPr lang="en-GB" dirty="0"/>
              <a:t>Wearable microphone array systems</a:t>
            </a:r>
          </a:p>
          <a:p>
            <a:endParaRPr lang="en-GB" dirty="0"/>
          </a:p>
          <a:p>
            <a:r>
              <a:rPr lang="en-GB" dirty="0"/>
              <a:t>Contributions</a:t>
            </a:r>
          </a:p>
          <a:p>
            <a:pPr lvl="1"/>
            <a:r>
              <a:rPr lang="en-GB" dirty="0"/>
              <a:t>Find which visualisations are effective at conveying ones aural environment</a:t>
            </a:r>
          </a:p>
          <a:p>
            <a:pPr lvl="1"/>
            <a:r>
              <a:rPr lang="en-GB" dirty="0"/>
              <a:t>Outline a starting benchmark for spatial sound visualisations.</a:t>
            </a:r>
          </a:p>
        </p:txBody>
      </p:sp>
    </p:spTree>
    <p:extLst>
      <p:ext uri="{BB962C8B-B14F-4D97-AF65-F5344CB8AC3E}">
        <p14:creationId xmlns:p14="http://schemas.microsoft.com/office/powerpoint/2010/main" val="37537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C1C7D-A77E-B5A9-7822-19157901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Visualisations Created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89998-CDCD-6220-09A1-0C68ECEB1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3986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A8DE-611D-2A1C-009E-A20467413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56CDE-6EEA-ECC1-F7F9-E7F7D1B3A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70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6035-CEF0-6F63-FF9F-AA95B9FD2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F69D2-9BA5-B1CE-AF8A-E3A13506F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930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FCEB8-3961-3C48-8008-25441A0B1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66BF1-CB1C-BF9E-EF20-933217CCD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271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4A8D9-1AC7-F75D-7E5B-044054806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A8CFC-BBDC-F197-98F5-43696AB3D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619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E5561-3CEC-E0C5-7551-AD856385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A58C3-5E54-9FBB-2D49-2D89CB2F7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the visualisations, users had to locate sound sources in a virtual environment using a simulated version of the microphone arrays sensing capabilities</a:t>
            </a:r>
          </a:p>
          <a:p>
            <a:r>
              <a:rPr lang="en-GB" dirty="0"/>
              <a:t>Virtual Environment below</a:t>
            </a:r>
          </a:p>
        </p:txBody>
      </p:sp>
    </p:spTree>
    <p:extLst>
      <p:ext uri="{BB962C8B-B14F-4D97-AF65-F5344CB8AC3E}">
        <p14:creationId xmlns:p14="http://schemas.microsoft.com/office/powerpoint/2010/main" val="379752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F319-9E39-2735-A54B-73E18051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D0771-FEEC-F88E-70C0-3CFA75F39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Demo of the prototype </a:t>
            </a:r>
          </a:p>
          <a:p>
            <a:r>
              <a:rPr lang="en-GB" dirty="0"/>
              <a:t>6 conditions – each a visualisation or combination of two</a:t>
            </a:r>
          </a:p>
          <a:p>
            <a:r>
              <a:rPr lang="en-GB" dirty="0"/>
              <a:t>Survey after each condition </a:t>
            </a:r>
          </a:p>
          <a:p>
            <a:pPr lvl="1"/>
            <a:r>
              <a:rPr lang="en-GB" dirty="0"/>
              <a:t>Assessing usability and visual load</a:t>
            </a:r>
          </a:p>
          <a:p>
            <a:r>
              <a:rPr lang="en-GB" dirty="0"/>
              <a:t>Survey for all conditions</a:t>
            </a:r>
          </a:p>
          <a:p>
            <a:pPr lvl="1"/>
            <a:r>
              <a:rPr lang="en-GB" dirty="0"/>
              <a:t>Assessing user preference of different visualisations across different scenarios</a:t>
            </a:r>
          </a:p>
          <a:p>
            <a:r>
              <a:rPr lang="en-GB" dirty="0"/>
              <a:t>Short semi-structured interview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3476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0BB81-5C35-269B-8C9C-2F2C4B2A2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Quantative</a:t>
            </a:r>
            <a:r>
              <a:rPr lang="en-GB" dirty="0"/>
              <a:t>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D8AFE-45DB-7B25-8F62-A2EEC17F6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Measured the effectiveness of visualisations by assessing:</a:t>
            </a:r>
          </a:p>
          <a:p>
            <a:pPr lvl="1"/>
            <a:r>
              <a:rPr lang="en-GB" dirty="0"/>
              <a:t>How close users were able to get to sound sources</a:t>
            </a:r>
          </a:p>
          <a:p>
            <a:pPr lvl="1"/>
            <a:r>
              <a:rPr lang="en-GB" dirty="0"/>
              <a:t>How close users were able to pinpoint the angle of the sound source</a:t>
            </a:r>
          </a:p>
        </p:txBody>
      </p:sp>
    </p:spTree>
    <p:extLst>
      <p:ext uri="{BB962C8B-B14F-4D97-AF65-F5344CB8AC3E}">
        <p14:creationId xmlns:p14="http://schemas.microsoft.com/office/powerpoint/2010/main" val="1682712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F8FFC-E895-23FA-8E75-1B3506E4F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Box plot of angle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96DA8-63A1-BE6D-079B-0BF6EAAF9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922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7288-D477-E998-55D8-8286E6B14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Box plot of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09D80-3D26-90ED-7048-65817390E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041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64BF-B0AC-504C-30FA-2267F9CD0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Plot of angle against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56185-6ADB-60F6-9123-6CCD13277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586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A904-EB55-0B09-8EDB-4290C61AE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Qualitative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7721F-C7E5-E913-978C-8F836C59C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557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C89D-340B-CF06-83A8-1E9BE6FB4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6974B-510F-157E-A201-5AACBAE6D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Visualising spatial sound in 3D instead of only the azimuth</a:t>
            </a:r>
          </a:p>
          <a:p>
            <a:r>
              <a:rPr lang="en-GB" dirty="0"/>
              <a:t>Visualising the classification of detected sounds</a:t>
            </a:r>
          </a:p>
          <a:p>
            <a:r>
              <a:rPr lang="en-GB" dirty="0"/>
              <a:t>Visualising moving sounds </a:t>
            </a:r>
          </a:p>
          <a:p>
            <a:r>
              <a:rPr lang="en-GB" dirty="0"/>
              <a:t>Visualising multiple sounds at once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9298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CB893-53EB-A7EA-B698-9FFC82D6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E207F-518C-C323-708F-A8D99E6A7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113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D19C-240C-3CF1-4ED9-992519AA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Any 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BEA03-27F5-3D26-A6FD-B1A6A41A4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44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239</Words>
  <Application>Microsoft Office PowerPoint</Application>
  <PresentationFormat>Widescreen</PresentationFormat>
  <Paragraphs>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Visualising spatial sound in augmented reality: visualisation techniques for sound localisation</vt:lpstr>
      <vt:lpstr>Problem</vt:lpstr>
      <vt:lpstr>Solution</vt:lpstr>
      <vt:lpstr>Background and contributions</vt:lpstr>
      <vt:lpstr>Visualisations Created</vt:lpstr>
      <vt:lpstr>Arrow</vt:lpstr>
      <vt:lpstr>Radar</vt:lpstr>
      <vt:lpstr>Lights</vt:lpstr>
      <vt:lpstr>Combinations</vt:lpstr>
      <vt:lpstr>Experiment Task</vt:lpstr>
      <vt:lpstr>Experimental design</vt:lpstr>
      <vt:lpstr>Quantative results</vt:lpstr>
      <vt:lpstr>Box plot of angle</vt:lpstr>
      <vt:lpstr>Box plot of distance</vt:lpstr>
      <vt:lpstr>Plot of angle against Distance</vt:lpstr>
      <vt:lpstr>Qualitative Results</vt:lpstr>
      <vt:lpstr>Further Work</vt:lpstr>
      <vt:lpstr>Conclusion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Weir (student)</dc:creator>
  <cp:lastModifiedBy>Joe Weir (student)</cp:lastModifiedBy>
  <cp:revision>27</cp:revision>
  <dcterms:created xsi:type="dcterms:W3CDTF">2026-03-17T17:35:19Z</dcterms:created>
  <dcterms:modified xsi:type="dcterms:W3CDTF">2026-03-19T10:22:12Z</dcterms:modified>
</cp:coreProperties>
</file>